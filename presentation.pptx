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media/image1.jpeg" ContentType="image/jpeg"/>
  <Override PartName="/ppt/media/image3.png" ContentType="image/png"/>
  <Override PartName="/ppt/media/image2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</p:sldMasterIdLst>
  <p:sldIdLst>
    <p:sldId id="256" r:id="rId5"/>
    <p:sldId id="257" r:id="rId6"/>
    <p:sldId id="258" r:id="rId7"/>
    <p:sldId id="259" r:id="rId8"/>
    <p:sldId id="260" r:id="rId9"/>
    <p:sldId id="261" r:id="rId10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ик с лог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ростая схе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4582F84-218F-4D04-915F-5A6564DF223A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784520" y="116280"/>
            <a:ext cx="7010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B6C8172-9FB1-4ACF-81AB-798850EBA1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A26E09E-4BBE-4D41-8D29-B48EB4F5D7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Текст 2"/>
          <p:cNvSpPr/>
          <p:nvPr/>
        </p:nvSpPr>
        <p:spPr>
          <a:xfrm>
            <a:off x="899640" y="1347480"/>
            <a:ext cx="7343640" cy="14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grpSp>
        <p:nvGrpSpPr>
          <p:cNvPr id="1" name="Группа 27"/>
          <p:cNvGrpSpPr/>
          <p:nvPr/>
        </p:nvGrpSpPr>
        <p:grpSpPr>
          <a:xfrm>
            <a:off x="0" y="5143320"/>
            <a:ext cx="9144720" cy="720"/>
            <a:chOff x="0" y="5143320"/>
            <a:chExt cx="9144720" cy="720"/>
          </a:xfrm>
        </p:grpSpPr>
        <p:cxnSp>
          <p:nvCxnSpPr>
            <p:cNvPr id="2" name="Прямая соединительная линия 7"/>
            <p:cNvCxnSpPr/>
            <p:nvPr/>
          </p:nvCxnSpPr>
          <p:spPr>
            <a:xfrm flipH="1">
              <a:off x="1835640" y="5143320"/>
              <a:ext cx="7309440" cy="1080"/>
            </a:xfrm>
            <a:prstGeom prst="straightConnector1">
              <a:avLst/>
            </a:prstGeom>
            <a:ln w="76200">
              <a:solidFill>
                <a:srgbClr val="0081a1"/>
              </a:solidFill>
              <a:round/>
            </a:ln>
          </p:spPr>
        </p:cxnSp>
        <p:cxnSp>
          <p:nvCxnSpPr>
            <p:cNvPr id="3" name="Прямая соединительная линия 9"/>
            <p:cNvCxnSpPr/>
            <p:nvPr/>
          </p:nvCxnSpPr>
          <p:spPr>
            <a:xfrm flipH="1">
              <a:off x="1206000" y="5143320"/>
              <a:ext cx="649080" cy="1080"/>
            </a:xfrm>
            <a:prstGeom prst="straightConnector1">
              <a:avLst/>
            </a:prstGeom>
            <a:ln w="76200">
              <a:solidFill>
                <a:srgbClr val="94c500"/>
              </a:solidFill>
              <a:round/>
            </a:ln>
          </p:spPr>
        </p:cxnSp>
        <p:cxnSp>
          <p:nvCxnSpPr>
            <p:cNvPr id="4" name="Прямая соединительная линия 11"/>
            <p:cNvCxnSpPr/>
            <p:nvPr/>
          </p:nvCxnSpPr>
          <p:spPr>
            <a:xfrm flipH="1">
              <a:off x="525240" y="5143320"/>
              <a:ext cx="721440" cy="1080"/>
            </a:xfrm>
            <a:prstGeom prst="straightConnector1">
              <a:avLst/>
            </a:prstGeom>
            <a:ln w="76200">
              <a:solidFill>
                <a:srgbClr val="fbc800"/>
              </a:solidFill>
              <a:round/>
            </a:ln>
          </p:spPr>
        </p:cxnSp>
        <p:cxnSp>
          <p:nvCxnSpPr>
            <p:cNvPr id="5" name="Прямая соединительная линия 12"/>
            <p:cNvCxnSpPr/>
            <p:nvPr/>
          </p:nvCxnSpPr>
          <p:spPr>
            <a:xfrm flipH="1">
              <a:off x="0" y="5143320"/>
              <a:ext cx="612360" cy="1080"/>
            </a:xfrm>
            <a:prstGeom prst="straightConnector1">
              <a:avLst/>
            </a:prstGeom>
            <a:ln w="76200">
              <a:solidFill>
                <a:srgbClr val="e42a00"/>
              </a:solidFill>
              <a:round/>
            </a:ln>
          </p:spPr>
        </p:cxnSp>
      </p:grp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85800" y="3723840"/>
            <a:ext cx="777132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rgbClr val="0081a1"/>
                </a:solidFill>
                <a:effectLst/>
                <a:uFillTx/>
                <a:latin typeface="SF UI Display Light"/>
              </a:rPr>
              <a:t>ОБРАЗЕЦ ЗАГОЛОВКА ТИТУЛЬНОГО СЛАЙДА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" name="Рисунок 7" descr="logo-02.jpg"/>
          <p:cNvPicPr/>
          <p:nvPr/>
        </p:nvPicPr>
        <p:blipFill>
          <a:blip r:embed="rId2"/>
          <a:stretch/>
        </p:blipFill>
        <p:spPr>
          <a:xfrm>
            <a:off x="107640" y="0"/>
            <a:ext cx="1510920" cy="71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"/>
          <p:cNvSpPr/>
          <p:nvPr/>
        </p:nvSpPr>
        <p:spPr>
          <a:xfrm>
            <a:off x="899640" y="1347480"/>
            <a:ext cx="7343640" cy="14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grpSp>
        <p:nvGrpSpPr>
          <p:cNvPr id="10" name="Группа 27"/>
          <p:cNvGrpSpPr/>
          <p:nvPr/>
        </p:nvGrpSpPr>
        <p:grpSpPr>
          <a:xfrm>
            <a:off x="0" y="5143320"/>
            <a:ext cx="9144720" cy="720"/>
            <a:chOff x="0" y="5143320"/>
            <a:chExt cx="9144720" cy="720"/>
          </a:xfrm>
        </p:grpSpPr>
        <p:cxnSp>
          <p:nvCxnSpPr>
            <p:cNvPr id="11" name="Прямая соединительная линия 7"/>
            <p:cNvCxnSpPr/>
            <p:nvPr/>
          </p:nvCxnSpPr>
          <p:spPr>
            <a:xfrm flipH="1">
              <a:off x="1835640" y="5143320"/>
              <a:ext cx="7309440" cy="1080"/>
            </a:xfrm>
            <a:prstGeom prst="straightConnector1">
              <a:avLst/>
            </a:prstGeom>
            <a:ln w="76200">
              <a:solidFill>
                <a:srgbClr val="0081a1"/>
              </a:solidFill>
              <a:round/>
            </a:ln>
          </p:spPr>
        </p:cxnSp>
        <p:cxnSp>
          <p:nvCxnSpPr>
            <p:cNvPr id="12" name="Прямая соединительная линия 9"/>
            <p:cNvCxnSpPr/>
            <p:nvPr/>
          </p:nvCxnSpPr>
          <p:spPr>
            <a:xfrm flipH="1">
              <a:off x="1206000" y="5143320"/>
              <a:ext cx="649080" cy="1080"/>
            </a:xfrm>
            <a:prstGeom prst="straightConnector1">
              <a:avLst/>
            </a:prstGeom>
            <a:ln w="76200">
              <a:solidFill>
                <a:srgbClr val="94c500"/>
              </a:solidFill>
              <a:round/>
            </a:ln>
          </p:spPr>
        </p:cxnSp>
        <p:cxnSp>
          <p:nvCxnSpPr>
            <p:cNvPr id="13" name="Прямая соединительная линия 11"/>
            <p:cNvCxnSpPr/>
            <p:nvPr/>
          </p:nvCxnSpPr>
          <p:spPr>
            <a:xfrm flipH="1">
              <a:off x="525240" y="5143320"/>
              <a:ext cx="721440" cy="1080"/>
            </a:xfrm>
            <a:prstGeom prst="straightConnector1">
              <a:avLst/>
            </a:prstGeom>
            <a:ln w="76200">
              <a:solidFill>
                <a:srgbClr val="fbc800"/>
              </a:solidFill>
              <a:round/>
            </a:ln>
          </p:spPr>
        </p:cxnSp>
        <p:cxnSp>
          <p:nvCxnSpPr>
            <p:cNvPr id="14" name="Прямая соединительная линия 12"/>
            <p:cNvCxnSpPr/>
            <p:nvPr/>
          </p:nvCxnSpPr>
          <p:spPr>
            <a:xfrm flipH="1">
              <a:off x="0" y="5143320"/>
              <a:ext cx="612360" cy="1080"/>
            </a:xfrm>
            <a:prstGeom prst="straightConnector1">
              <a:avLst/>
            </a:prstGeom>
            <a:ln w="76200">
              <a:solidFill>
                <a:srgbClr val="e42a00"/>
              </a:solidFill>
              <a:round/>
            </a:ln>
          </p:spPr>
        </p:cxnSp>
      </p:grp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835640" y="123480"/>
            <a:ext cx="6983640" cy="50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rgbClr val="0081a1"/>
                </a:solidFill>
                <a:effectLst/>
                <a:uFillTx/>
                <a:latin typeface="SF UI Display Light"/>
              </a:rPr>
              <a:t>ВАРИАНТ ОФОРМЛЕНИЯ</a:t>
            </a:r>
            <a:r>
              <a:rPr b="0" lang="en-US" sz="2400" strike="noStrike" u="none">
                <a:solidFill>
                  <a:srgbClr val="0081a1"/>
                </a:solidFill>
                <a:effectLst/>
                <a:uFillTx/>
                <a:latin typeface="SF UI Display Light"/>
              </a:rPr>
              <a:t> </a:t>
            </a:r>
            <a:r>
              <a:rPr b="0" lang="ru-RU" sz="2400" strike="noStrike" u="none">
                <a:solidFill>
                  <a:srgbClr val="0081a1"/>
                </a:solidFill>
                <a:effectLst/>
                <a:uFillTx/>
                <a:latin typeface="SF UI Display Light"/>
              </a:rPr>
              <a:t>СХЕМЫ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ldNum" idx="1"/>
          </p:nvPr>
        </p:nvSpPr>
        <p:spPr>
          <a:xfrm>
            <a:off x="7668360" y="4746240"/>
            <a:ext cx="1150920" cy="27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SF UI Display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5F5F7B-617D-43E2-A638-EA281D6558CD}" type="slidenum">
              <a:rPr b="0" lang="ru-RU" sz="1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SF UI Display Light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" name="Рисунок 32" descr="logo-02.jpg"/>
          <p:cNvPicPr/>
          <p:nvPr/>
        </p:nvPicPr>
        <p:blipFill>
          <a:blip r:embed="rId2"/>
          <a:stretch/>
        </p:blipFill>
        <p:spPr>
          <a:xfrm>
            <a:off x="107640" y="0"/>
            <a:ext cx="1510920" cy="7189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8" name="Группа 47"/>
          <p:cNvGrpSpPr/>
          <p:nvPr/>
        </p:nvGrpSpPr>
        <p:grpSpPr>
          <a:xfrm>
            <a:off x="251640" y="1490760"/>
            <a:ext cx="8639640" cy="2183040"/>
            <a:chOff x="251640" y="1490760"/>
            <a:chExt cx="8639640" cy="2183040"/>
          </a:xfrm>
        </p:grpSpPr>
        <p:sp>
          <p:nvSpPr>
            <p:cNvPr id="19" name="Шестиугольник 34"/>
            <p:cNvSpPr/>
            <p:nvPr/>
          </p:nvSpPr>
          <p:spPr>
            <a:xfrm flipV="1">
              <a:off x="3043080" y="2269800"/>
              <a:ext cx="1628640" cy="14040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1ba0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effectLst/>
                <a:uFillTx/>
                <a:latin typeface="SF UI Display Light"/>
              </a:endParaRPr>
            </a:p>
          </p:txBody>
        </p:sp>
        <p:sp>
          <p:nvSpPr>
            <p:cNvPr id="20" name="Шестиугольник 36"/>
            <p:cNvSpPr/>
            <p:nvPr/>
          </p:nvSpPr>
          <p:spPr>
            <a:xfrm flipV="1">
              <a:off x="4451040" y="1490760"/>
              <a:ext cx="1628640" cy="14040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538b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effectLst/>
                <a:uFillTx/>
                <a:latin typeface="SF UI Display Light"/>
              </a:endParaRPr>
            </a:p>
          </p:txBody>
        </p:sp>
        <p:sp>
          <p:nvSpPr>
            <p:cNvPr id="21" name="Шестиугольник 38"/>
            <p:cNvSpPr/>
            <p:nvPr/>
          </p:nvSpPr>
          <p:spPr>
            <a:xfrm flipV="1">
              <a:off x="5847120" y="2269800"/>
              <a:ext cx="1628640" cy="14040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2ca2c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effectLst/>
                <a:uFillTx/>
                <a:latin typeface="SF UI Display Light"/>
              </a:endParaRPr>
            </a:p>
          </p:txBody>
        </p:sp>
        <p:sp>
          <p:nvSpPr>
            <p:cNvPr id="22" name="Шестиугольник 40"/>
            <p:cNvSpPr/>
            <p:nvPr/>
          </p:nvSpPr>
          <p:spPr>
            <a:xfrm flipV="1">
              <a:off x="1647360" y="1490760"/>
              <a:ext cx="1628640" cy="14040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9ac75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effectLst/>
                <a:uFillTx/>
                <a:latin typeface="SF UI Display Light"/>
              </a:endParaRPr>
            </a:p>
          </p:txBody>
        </p:sp>
        <p:sp>
          <p:nvSpPr>
            <p:cNvPr id="23" name="Дуга 42"/>
            <p:cNvSpPr/>
            <p:nvPr/>
          </p:nvSpPr>
          <p:spPr>
            <a:xfrm>
              <a:off x="2739240" y="1647720"/>
              <a:ext cx="1090800" cy="1090800"/>
            </a:xfrm>
            <a:prstGeom prst="arc">
              <a:avLst>
                <a:gd name="adj1" fmla="val 14138909"/>
                <a:gd name="adj2" fmla="val 265456"/>
              </a:avLst>
            </a:prstGeom>
            <a:noFill/>
            <a:ln w="12700">
              <a:solidFill>
                <a:srgbClr val="9ac758"/>
              </a:solidFill>
              <a:round/>
              <a:tailEnd len="med" type="arrow" w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dk1"/>
                </a:solidFill>
                <a:effectLst/>
                <a:uFillTx/>
                <a:latin typeface="SF UI Display Light"/>
              </a:endParaRPr>
            </a:p>
          </p:txBody>
        </p:sp>
        <p:sp>
          <p:nvSpPr>
            <p:cNvPr id="24" name="Дуга 43"/>
            <p:cNvSpPr/>
            <p:nvPr/>
          </p:nvSpPr>
          <p:spPr>
            <a:xfrm>
              <a:off x="5546880" y="1647720"/>
              <a:ext cx="1090800" cy="1090800"/>
            </a:xfrm>
            <a:prstGeom prst="arc">
              <a:avLst>
                <a:gd name="adj1" fmla="val 14138909"/>
                <a:gd name="adj2" fmla="val 265456"/>
              </a:avLst>
            </a:prstGeom>
            <a:noFill/>
            <a:ln w="12700">
              <a:solidFill>
                <a:srgbClr val="538bc5"/>
              </a:solidFill>
              <a:round/>
              <a:tailEnd len="med" type="arrow" w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dk1"/>
                </a:solidFill>
                <a:effectLst/>
                <a:uFillTx/>
                <a:latin typeface="SF UI Display Light"/>
              </a:endParaRPr>
            </a:p>
          </p:txBody>
        </p:sp>
        <p:sp>
          <p:nvSpPr>
            <p:cNvPr id="25" name="Дуга 44"/>
            <p:cNvSpPr/>
            <p:nvPr/>
          </p:nvSpPr>
          <p:spPr>
            <a:xfrm flipV="1">
              <a:off x="4142880" y="2426760"/>
              <a:ext cx="1090800" cy="1090800"/>
            </a:xfrm>
            <a:prstGeom prst="arc">
              <a:avLst>
                <a:gd name="adj1" fmla="val 14138909"/>
                <a:gd name="adj2" fmla="val 265456"/>
              </a:avLst>
            </a:prstGeom>
            <a:noFill/>
            <a:ln w="12700">
              <a:solidFill>
                <a:srgbClr val="1ba079"/>
              </a:solidFill>
              <a:round/>
              <a:tailEnd len="med" type="arrow" w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dk1"/>
                </a:solidFill>
                <a:effectLst/>
                <a:uFillTx/>
                <a:latin typeface="SF UI Display Light"/>
              </a:endParaRPr>
            </a:p>
          </p:txBody>
        </p:sp>
        <p:sp>
          <p:nvSpPr>
            <p:cNvPr id="26" name="Шестиугольник 45"/>
            <p:cNvSpPr/>
            <p:nvPr/>
          </p:nvSpPr>
          <p:spPr>
            <a:xfrm flipV="1">
              <a:off x="7262640" y="1490760"/>
              <a:ext cx="1628640" cy="14040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cap="rnd" w="12700">
              <a:solidFill>
                <a:srgbClr val="538bc5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effectLst/>
                <a:uFillTx/>
                <a:latin typeface="SF UI Display Light"/>
              </a:endParaRPr>
            </a:p>
          </p:txBody>
        </p:sp>
        <p:sp>
          <p:nvSpPr>
            <p:cNvPr id="27" name="Шестиугольник 46"/>
            <p:cNvSpPr/>
            <p:nvPr/>
          </p:nvSpPr>
          <p:spPr>
            <a:xfrm flipV="1">
              <a:off x="251640" y="2269800"/>
              <a:ext cx="1628640" cy="14040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12700">
              <a:solidFill>
                <a:srgbClr val="1ba079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effectLst/>
                <a:uFillTx/>
                <a:latin typeface="SF UI Display Light"/>
              </a:endParaRPr>
            </a:p>
          </p:txBody>
        </p:sp>
      </p:grp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Рисунок 5" descr="logo-02.jpg"/>
          <p:cNvPicPr/>
          <p:nvPr/>
        </p:nvPicPr>
        <p:blipFill>
          <a:blip r:embed="rId2"/>
          <a:stretch/>
        </p:blipFill>
        <p:spPr>
          <a:xfrm>
            <a:off x="114480" y="0"/>
            <a:ext cx="1510920" cy="7189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0" name="Группа 27"/>
          <p:cNvGrpSpPr/>
          <p:nvPr/>
        </p:nvGrpSpPr>
        <p:grpSpPr>
          <a:xfrm>
            <a:off x="360" y="5143680"/>
            <a:ext cx="9144720" cy="720"/>
            <a:chOff x="360" y="5143680"/>
            <a:chExt cx="9144720" cy="720"/>
          </a:xfrm>
        </p:grpSpPr>
        <p:cxnSp>
          <p:nvCxnSpPr>
            <p:cNvPr id="31" name="Прямая соединительная линия 7"/>
            <p:cNvCxnSpPr/>
            <p:nvPr/>
          </p:nvCxnSpPr>
          <p:spPr>
            <a:xfrm flipH="1">
              <a:off x="1836000" y="5143680"/>
              <a:ext cx="7309440" cy="1080"/>
            </a:xfrm>
            <a:prstGeom prst="straightConnector1">
              <a:avLst/>
            </a:prstGeom>
            <a:ln w="76200">
              <a:solidFill>
                <a:srgbClr val="0081a1"/>
              </a:solidFill>
              <a:round/>
            </a:ln>
          </p:spPr>
        </p:cxnSp>
        <p:cxnSp>
          <p:nvCxnSpPr>
            <p:cNvPr id="32" name="Прямая соединительная линия 9"/>
            <p:cNvCxnSpPr/>
            <p:nvPr/>
          </p:nvCxnSpPr>
          <p:spPr>
            <a:xfrm flipH="1">
              <a:off x="1206360" y="5143680"/>
              <a:ext cx="649080" cy="1080"/>
            </a:xfrm>
            <a:prstGeom prst="straightConnector1">
              <a:avLst/>
            </a:prstGeom>
            <a:ln w="76200">
              <a:solidFill>
                <a:srgbClr val="94c500"/>
              </a:solidFill>
              <a:round/>
            </a:ln>
          </p:spPr>
        </p:cxnSp>
        <p:cxnSp>
          <p:nvCxnSpPr>
            <p:cNvPr id="33" name="Прямая соединительная линия 11"/>
            <p:cNvCxnSpPr/>
            <p:nvPr/>
          </p:nvCxnSpPr>
          <p:spPr>
            <a:xfrm flipH="1">
              <a:off x="525600" y="5143680"/>
              <a:ext cx="721440" cy="1080"/>
            </a:xfrm>
            <a:prstGeom prst="straightConnector1">
              <a:avLst/>
            </a:prstGeom>
            <a:ln w="76200">
              <a:solidFill>
                <a:srgbClr val="fbc800"/>
              </a:solidFill>
              <a:round/>
            </a:ln>
          </p:spPr>
        </p:cxnSp>
        <p:cxnSp>
          <p:nvCxnSpPr>
            <p:cNvPr id="34" name="Прямая соединительная линия 12"/>
            <p:cNvCxnSpPr/>
            <p:nvPr/>
          </p:nvCxnSpPr>
          <p:spPr>
            <a:xfrm flipH="1">
              <a:off x="360" y="5143680"/>
              <a:ext cx="612360" cy="1080"/>
            </a:xfrm>
            <a:prstGeom prst="straightConnector1">
              <a:avLst/>
            </a:prstGeom>
            <a:ln w="76200">
              <a:solidFill>
                <a:srgbClr val="e42a00"/>
              </a:solidFill>
              <a:round/>
            </a:ln>
          </p:spPr>
        </p:cxnSp>
      </p:grp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784520" y="291600"/>
            <a:ext cx="7010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"/>
          </p:nvPr>
        </p:nvSpPr>
        <p:spPr>
          <a:xfrm>
            <a:off x="3126960" y="4685760"/>
            <a:ext cx="2897640" cy="35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3"/>
          </p:nvPr>
        </p:nvSpPr>
        <p:spPr>
          <a:xfrm>
            <a:off x="6555960" y="4685760"/>
            <a:ext cx="2129760" cy="35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DC9CDB9-125A-4798-B016-79EECF87D3A4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dt" idx="4"/>
          </p:nvPr>
        </p:nvSpPr>
        <p:spPr>
          <a:xfrm>
            <a:off x="457200" y="4685760"/>
            <a:ext cx="2129760" cy="353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3"/>
    <p:sldLayoutId id="2147483654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360" y="3886200"/>
            <a:ext cx="9142920" cy="52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rgbClr val="0081a1"/>
                </a:solidFill>
                <a:effectLst/>
                <a:uFillTx/>
                <a:latin typeface="SF UI Display Light"/>
              </a:rPr>
              <a:t>АТТЕСТАЦИОННАЯ ПРЕЗЕНТАЦИЯ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360" y="914400"/>
            <a:ext cx="9142920" cy="29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"/>
          <p:cNvSpPr/>
          <p:nvPr/>
        </p:nvSpPr>
        <p:spPr>
          <a:xfrm>
            <a:off x="3907080" y="141480"/>
            <a:ext cx="50266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Кузнецов Игорь Витальевич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старший инженер системный программист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1993680" y="-360"/>
            <a:ext cx="683280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rgbClr val="0081a0"/>
                </a:solidFill>
                <a:effectLst/>
                <a:uFillTx/>
                <a:latin typeface="Arial"/>
              </a:rPr>
              <a:t>Работа в НПО Криста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965520"/>
            <a:ext cx="8228880" cy="3585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algn="just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Char char="►"/>
            </a:pPr>
            <a:r>
              <a:rPr b="1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2015 г.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-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НПО Криста, проект “Планирование бюджета”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Char char="►"/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2016 г.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- атестация на инженера системного программиста 1 кт.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Char char="►"/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2017 г.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- разработка контролей по данным “Web-консолидации”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Char char="►"/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2018 г.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- доработка синхронизации с НСИ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Char char="►"/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2021 г.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- аттестация на старшего инженера системного программиста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2F40925-00BB-45C8-BB40-03691353217B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1851480" y="-70920"/>
            <a:ext cx="701028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rgbClr val="0081a0"/>
                </a:solidFill>
                <a:effectLst/>
                <a:uFillTx/>
                <a:latin typeface="Arial"/>
              </a:rPr>
              <a:t>Архитектура “Планирования бюджета”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" name="" descr=""/>
          <p:cNvPicPr/>
          <p:nvPr/>
        </p:nvPicPr>
        <p:blipFill>
          <a:blip r:embed="rId1"/>
          <a:stretch/>
        </p:blipFill>
        <p:spPr>
          <a:xfrm>
            <a:off x="14040" y="536760"/>
            <a:ext cx="9143280" cy="4552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27556F5-0FC4-40DC-90E5-531215FE45AF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2037960" y="106560"/>
            <a:ext cx="683280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81a0"/>
                </a:solidFill>
                <a:effectLst/>
                <a:uFillTx/>
                <a:latin typeface="Arial"/>
              </a:rPr>
              <a:t>Участие в сложных комплексных контрактах</a:t>
            </a:r>
            <a:br>
              <a:rPr sz="2200"/>
            </a:b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457200" y="965520"/>
            <a:ext cx="8228880" cy="3585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algn="just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Char char="►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источник данных методик ОБАС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Char char="►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синхронизация с НСИ для Росгвардии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Char char="►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блок "Перспективный финансовый план"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Char char="►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визуализации факта подписания заявок на внесение изменений для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на Омской области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Char char="►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адаптивный источник данных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Алтайского края на основе базового, обогащенного данными из таблицы сопоставления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9615430-C6D0-4B79-B8E6-7A9E36B2ED2A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2037960" y="106560"/>
            <a:ext cx="683280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81a0"/>
                </a:solidFill>
                <a:effectLst/>
                <a:uFillTx/>
                <a:latin typeface="Arial"/>
              </a:rPr>
              <a:t>Техническое лидерство</a:t>
            </a:r>
            <a:br>
              <a:rPr sz="2200"/>
            </a:b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457200" y="965520"/>
            <a:ext cx="8228880" cy="3585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algn="just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Char char="►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индикация состояний документов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Char char="►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конфигурация стадий/статусов документов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Char char="►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механизм сериализации/десериализации данных в формат json в контексте протокола выполнения бизнес операций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Char char="►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рефакторинг операций блока РРО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Char char="►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синхронизация с НСИ для Росгвардии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OpenSymbol"/>
              <a:buChar char="►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функциональные тесты на gatling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080873C-FC15-43CF-A3EB-65B0CA871390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2037960" y="106560"/>
            <a:ext cx="6832800" cy="85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81a0"/>
                </a:solidFill>
                <a:effectLst/>
                <a:uFillTx/>
                <a:latin typeface="Arial"/>
              </a:rPr>
              <a:t>Индикация состояний документов</a:t>
            </a:r>
            <a:br>
              <a:rPr sz="2200"/>
            </a:b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457200" y="965520"/>
            <a:ext cx="8228880" cy="3585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 algn="just">
              <a:lnSpc>
                <a:spcPct val="100000"/>
              </a:lnSpc>
              <a:spcBef>
                <a:spcPts val="1417"/>
              </a:spcBef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C9457E4-D2C3-436E-9777-933920AD88D7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НПО Криста, максимум контента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F UI Display">
      <a:majorFont>
        <a:latin typeface="SF UI Display Light" pitchFamily="0" charset="1"/>
        <a:ea typeface=""/>
        <a:cs typeface=""/>
      </a:majorFont>
      <a:minorFont>
        <a:latin typeface="SF UI Display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НПО Криста, максимум контента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F UI Display">
      <a:majorFont>
        <a:latin typeface="SF UI Display Light" pitchFamily="0" charset="1"/>
        <a:ea typeface=""/>
        <a:cs typeface=""/>
      </a:majorFont>
      <a:minorFont>
        <a:latin typeface="SF UI Display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1603</TotalTime>
  <Application>LibreOffice/25.2.7.2$Windows_X86_64 LibreOffice_project/5cbfd1ab6520636bb5f7b99185aa69bd7456825d</Application>
  <AppVersion>15.0000</AppVersion>
  <Words>325</Words>
  <Paragraphs>169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2018-08-27T14:01:24Z</dcterms:created>
  <dc:creator>Расторгуев</dc:creator>
  <dc:description/>
  <dc:language>en-US</dc:language>
  <cp:lastModifiedBy/>
  <dcterms:modified xsi:type="dcterms:W3CDTF">2026-05-11T19:54:17Z</dcterms:modified>
  <cp:revision>383</cp:revision>
  <dc:subject/>
  <dc:title>Слайд 1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Экран (16:9)</vt:lpwstr>
  </property>
  <property fmtid="{D5CDD505-2E9C-101B-9397-08002B2CF9AE}" pid="3" name="Slides">
    <vt:i4>7</vt:i4>
  </property>
</Properties>
</file>