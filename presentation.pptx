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9144000" cy="5143500"/>
  <p:notesSz cx="7772400" cy="10058400"/>
  <p:embeddedFontLst>
    <p:embeddedFont>
      <p:font typeface="SF UI Display Light"/>
    </p:embeddedFont>
    <p:embeddedFont>
      <p:font typeface="Lucida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ик с лого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3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4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5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6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7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8" name="Прямоугольник 6"/>
          <p:cNvSpPr/>
          <p:nvPr/>
        </p:nvSpPr>
        <p:spPr>
          <a:xfrm>
            <a:off x="0" y="988200"/>
            <a:ext cx="9143640" cy="2520000"/>
          </a:xfrm>
          <a:prstGeom prst="rect">
            <a:avLst/>
          </a:prstGeom>
          <a:solidFill>
            <a:srgbClr val="E9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 hasCustomPrompt="1"/>
          </p:nvPr>
        </p:nvSpPr>
        <p:spPr>
          <a:xfrm>
            <a:off x="685800" y="3723840"/>
            <a:ext cx="7772040" cy="52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ТИТУЛЬНОГО СЛАЙДА</a:t>
            </a:r>
            <a:endParaRPr lang="ru-RU" sz="28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0" y="987480"/>
            <a:ext cx="9143640" cy="2520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11" name="Рисунок 7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ростая схема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13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14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15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16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17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18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ВАРИАНТ ОФОРМЛЕНИЯ</a:t>
            </a:r>
            <a:r>
              <a:rPr lang="en-US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 </a:t>
            </a: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СХЕМЫ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1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4C5CDFD-54F8-49CA-A68D-782C01A77B49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" name="Рисунок 32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1" name="Группа 47"/>
          <p:cNvGrpSpPr/>
          <p:nvPr/>
        </p:nvGrpSpPr>
        <p:grpSpPr>
          <a:xfrm>
            <a:off x="251640" y="1491480"/>
            <a:ext cx="8640360" cy="2183760"/>
            <a:chOff x="251640" y="1491480"/>
            <a:chExt cx="8640360" cy="2183760"/>
          </a:xfrm>
        </p:grpSpPr>
        <p:sp>
          <p:nvSpPr>
            <p:cNvPr id="22" name="Шестиугольник 34"/>
            <p:cNvSpPr/>
            <p:nvPr/>
          </p:nvSpPr>
          <p:spPr>
            <a:xfrm flipV="1">
              <a:off x="3043080" y="227052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1BA0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3" name="Шестиугольник 36"/>
            <p:cNvSpPr/>
            <p:nvPr/>
          </p:nvSpPr>
          <p:spPr>
            <a:xfrm flipV="1">
              <a:off x="4451040" y="149148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38B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4" name="Шестиугольник 38"/>
            <p:cNvSpPr/>
            <p:nvPr/>
          </p:nvSpPr>
          <p:spPr>
            <a:xfrm flipV="1">
              <a:off x="5847120" y="227052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CA2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5" name="Шестиугольник 40"/>
            <p:cNvSpPr/>
            <p:nvPr/>
          </p:nvSpPr>
          <p:spPr>
            <a:xfrm flipV="1">
              <a:off x="1647360" y="149148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9AC75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6" name="Дуга 42"/>
            <p:cNvSpPr/>
            <p:nvPr/>
          </p:nvSpPr>
          <p:spPr>
            <a:xfrm>
              <a:off x="2739240" y="1647720"/>
              <a:ext cx="1091520" cy="109152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9AC758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7" name="Дуга 43"/>
            <p:cNvSpPr/>
            <p:nvPr/>
          </p:nvSpPr>
          <p:spPr>
            <a:xfrm>
              <a:off x="5546880" y="1647720"/>
              <a:ext cx="1091520" cy="109152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538BC5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8" name="Дуга 44"/>
            <p:cNvSpPr/>
            <p:nvPr/>
          </p:nvSpPr>
          <p:spPr>
            <a:xfrm flipV="1">
              <a:off x="4142880" y="2427480"/>
              <a:ext cx="1091520" cy="1091520"/>
            </a:xfrm>
            <a:prstGeom prst="arc">
              <a:avLst>
                <a:gd name="adj1" fmla="val 14138909"/>
                <a:gd name="adj2" fmla="val 265456"/>
              </a:avLst>
            </a:prstGeom>
            <a:noFill/>
            <a:ln w="12700">
              <a:solidFill>
                <a:srgbClr val="1BA079"/>
              </a:solidFill>
              <a:round/>
              <a:tailEnd len="med" type="arrow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29" name="Шестиугольник 45"/>
            <p:cNvSpPr/>
            <p:nvPr/>
          </p:nvSpPr>
          <p:spPr>
            <a:xfrm flipV="1">
              <a:off x="7262640" y="149148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cap="rnd" w="12700">
              <a:solidFill>
                <a:srgbClr val="538BC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  <p:sp>
          <p:nvSpPr>
            <p:cNvPr id="30" name="Шестиугольник 46"/>
            <p:cNvSpPr/>
            <p:nvPr/>
          </p:nvSpPr>
          <p:spPr>
            <a:xfrm flipV="1">
              <a:off x="251640" y="2270520"/>
              <a:ext cx="1629360" cy="140472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12700">
              <a:solidFill>
                <a:srgbClr val="1BA079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ru-RU" sz="1800" b="0" u="none" strike="noStrike">
                <a:solidFill>
                  <a:schemeClr val="lt1"/>
                </a:solidFill>
                <a:effectLst/>
                <a:uFillTx/>
                <a:latin typeface="SF UI Display Light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ик с лого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32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33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34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35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36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37" name="Прямоугольник 6"/>
          <p:cNvSpPr/>
          <p:nvPr/>
        </p:nvSpPr>
        <p:spPr>
          <a:xfrm>
            <a:off x="0" y="988200"/>
            <a:ext cx="9143640" cy="2520000"/>
          </a:xfrm>
          <a:prstGeom prst="rect">
            <a:avLst/>
          </a:prstGeom>
          <a:solidFill>
            <a:srgbClr val="E9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 hasCustomPrompt="1"/>
          </p:nvPr>
        </p:nvSpPr>
        <p:spPr>
          <a:xfrm>
            <a:off x="685800" y="3723840"/>
            <a:ext cx="7772040" cy="525960"/>
          </a:xfrm>
          <a:prstGeom prst="rect">
            <a:avLst/>
          </a:prstGeom>
          <a:noFill/>
          <a:ln w="0">
            <a:noFill/>
          </a:ln>
        </p:spPr>
        <p:txBody>
          <a:bodyPr lIns="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ТИТУЛЬНОГО СЛАЙДА</a:t>
            </a:r>
            <a:endParaRPr lang="ru-RU" sz="28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0" y="987480"/>
            <a:ext cx="9143640" cy="2520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40" name="Рисунок 7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нтен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42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43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44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45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46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47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СЛАЙДА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2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C4A3B6-9BFC-4B03-824A-2CB2A7467518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323640" y="771480"/>
            <a:ext cx="8496360" cy="38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Второй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Третий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Четвертый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Пятый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50" name="Рисунок 5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а и текс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52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53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54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55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56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57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СЛАЙДА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3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6863A4-7D52-40DC-B368-E0376926DBE0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44000" y="771480"/>
            <a:ext cx="4175640" cy="38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Второй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Третий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Четвертый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Пятый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323640" y="771480"/>
            <a:ext cx="3960000" cy="381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61" name="Рисунок 6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и рисунок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63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64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65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66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67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68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СЛАЙДА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4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83892F9-CF48-47A3-8A5C-109EAA242119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323640" y="771480"/>
            <a:ext cx="3744000" cy="38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Второй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Третий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Четвертый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Пятый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428000" y="771480"/>
            <a:ext cx="4391640" cy="3816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72" name="Рисунок 5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Большой рисунок с описанием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74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75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76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77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78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79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СЛАЙДА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5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77ABB9-B133-470F-B705-8B313D582151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323640" y="4227840"/>
            <a:ext cx="8496720" cy="35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323640" y="771480"/>
            <a:ext cx="8496360" cy="3312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83" name="Рисунок 6" descr="logo-02.jpg"/>
          <p:cNvPicPr/>
          <p:nvPr/>
        </p:nvPicPr>
        <p:blipFill>
          <a:blip r:embed="rId2"/>
          <a:stretch/>
        </p:blipFill>
        <p:spPr>
          <a:xfrm>
            <a:off x="107640" y="0"/>
            <a:ext cx="1511640" cy="7196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ик без лого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85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86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87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88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89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90" name="Прямоугольник 6"/>
          <p:cNvSpPr/>
          <p:nvPr/>
        </p:nvSpPr>
        <p:spPr>
          <a:xfrm>
            <a:off x="0" y="988200"/>
            <a:ext cx="9143640" cy="2520000"/>
          </a:xfrm>
          <a:prstGeom prst="rect">
            <a:avLst/>
          </a:prstGeom>
          <a:solidFill>
            <a:srgbClr val="E9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body"/>
          </p:nvPr>
        </p:nvSpPr>
        <p:spPr>
          <a:xfrm>
            <a:off x="0" y="987480"/>
            <a:ext cx="9143640" cy="2520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324000" y="123840"/>
            <a:ext cx="1510920" cy="502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 hasCustomPrompt="1"/>
          </p:nvPr>
        </p:nvSpPr>
        <p:spPr>
          <a:xfrm>
            <a:off x="5796000" y="124200"/>
            <a:ext cx="3024000" cy="28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343080" indent="-343080" algn="l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Фамилия Имя Отчество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 hasCustomPrompt="1"/>
          </p:nvPr>
        </p:nvSpPr>
        <p:spPr>
          <a:xfrm>
            <a:off x="5796000" y="411480"/>
            <a:ext cx="3024000" cy="21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43080" indent="-343080" algn="l" defTabSz="914400">
              <a:lnSpc>
                <a:spcPct val="100000"/>
              </a:lnSpc>
              <a:spcBef>
                <a:spcPts val="241"/>
              </a:spcBef>
              <a:buNone/>
              <a:tabLst>
                <a:tab pos="0" algn="l"/>
              </a:tabLst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</a:lstStyle>
          <a:p>
            <a:pPr marL="343080" indent="-343080" algn="l" defTabSz="914400">
              <a:lnSpc>
                <a:spcPct val="100000"/>
              </a:lnSpc>
              <a:spcBef>
                <a:spcPts val="241"/>
              </a:spcBef>
              <a:buNone/>
              <a:tabLst>
                <a:tab pos="0" algn="l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Должность докладчика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title" hasCustomPrompt="1"/>
          </p:nvPr>
        </p:nvSpPr>
        <p:spPr>
          <a:xfrm>
            <a:off x="685800" y="3723840"/>
            <a:ext cx="7772040" cy="52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ТИТУЛЬНОГО СЛАЙДА</a:t>
            </a:r>
            <a:endParaRPr lang="ru-RU" sz="28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ик без лого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97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98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99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100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101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102" name="Прямоугольник 6"/>
          <p:cNvSpPr/>
          <p:nvPr/>
        </p:nvSpPr>
        <p:spPr>
          <a:xfrm>
            <a:off x="0" y="988200"/>
            <a:ext cx="9143640" cy="2520000"/>
          </a:xfrm>
          <a:prstGeom prst="rect">
            <a:avLst/>
          </a:prstGeom>
          <a:solidFill>
            <a:srgbClr val="E9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800" b="0" u="none" strike="noStrike">
              <a:solidFill>
                <a:schemeClr val="lt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title" hasCustomPrompt="1"/>
          </p:nvPr>
        </p:nvSpPr>
        <p:spPr>
          <a:xfrm>
            <a:off x="683640" y="3723840"/>
            <a:ext cx="8244000" cy="525960"/>
          </a:xfrm>
          <a:prstGeom prst="rect">
            <a:avLst/>
          </a:prstGeom>
          <a:noFill/>
          <a:ln w="0">
            <a:noFill/>
          </a:ln>
        </p:spPr>
        <p:txBody>
          <a:bodyPr lIns="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ТИТУЛЬНОГО СЛАЙДА</a:t>
            </a:r>
            <a:endParaRPr lang="ru-RU" sz="28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0" y="987480"/>
            <a:ext cx="9143640" cy="2520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body"/>
          </p:nvPr>
        </p:nvSpPr>
        <p:spPr>
          <a:xfrm>
            <a:off x="324000" y="123840"/>
            <a:ext cx="1510920" cy="502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marL="343080" indent="-343080" algn="l" defTabSz="914400">
              <a:spcBef>
                <a:spcPts val="241"/>
              </a:spcBef>
              <a:buClr>
                <a:srgbClr val="0081A1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body" hasCustomPrompt="1"/>
          </p:nvPr>
        </p:nvSpPr>
        <p:spPr>
          <a:xfrm>
            <a:off x="5796000" y="124200"/>
            <a:ext cx="3024000" cy="28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343080" indent="-343080" algn="l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Фамилия Имя Отчество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body" hasCustomPrompt="1"/>
          </p:nvPr>
        </p:nvSpPr>
        <p:spPr>
          <a:xfrm>
            <a:off x="5796000" y="411480"/>
            <a:ext cx="3024000" cy="21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343080" indent="-343080" algn="l" defTabSz="914400">
              <a:lnSpc>
                <a:spcPct val="100000"/>
              </a:lnSpc>
              <a:spcBef>
                <a:spcPts val="241"/>
              </a:spcBef>
              <a:buNone/>
              <a:tabLst>
                <a:tab pos="0" algn="l"/>
              </a:tabLst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</a:lstStyle>
          <a:p>
            <a:pPr marL="343080" indent="-343080" algn="l" defTabSz="914400">
              <a:lnSpc>
                <a:spcPct val="100000"/>
              </a:lnSpc>
              <a:spcBef>
                <a:spcPts val="241"/>
              </a:spcBef>
              <a:buNone/>
              <a:tabLst>
                <a:tab pos="0" algn="l"/>
              </a:tabLst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Должность докладчика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Контент без лого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Текст 2"/>
          <p:cNvSpPr/>
          <p:nvPr/>
        </p:nvSpPr>
        <p:spPr>
          <a:xfrm>
            <a:off x="899640" y="1347480"/>
            <a:ext cx="734436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grpSp>
        <p:nvGrpSpPr>
          <p:cNvPr id="109" name="Группа 27"/>
          <p:cNvGrpSpPr/>
          <p:nvPr/>
        </p:nvGrpSpPr>
        <p:grpSpPr>
          <a:xfrm>
            <a:off x="0" y="5143320"/>
            <a:ext cx="9144000" cy="0"/>
            <a:chOff x="0" y="5143320"/>
            <a:chExt cx="9144000" cy="0"/>
          </a:xfrm>
        </p:grpSpPr>
        <p:cxnSp>
          <p:nvCxnSpPr>
            <p:cNvPr id="110" name="Прямая соединительная линия 7"/>
            <p:cNvCxnSpPr/>
            <p:nvPr/>
          </p:nvCxnSpPr>
          <p:spPr>
            <a:xfrm flipH="1">
              <a:off x="1835640" y="5143320"/>
              <a:ext cx="7308720" cy="360"/>
            </a:xfrm>
            <a:prstGeom prst="straightConnector1">
              <a:avLst/>
            </a:prstGeom>
            <a:ln w="76200">
              <a:solidFill>
                <a:srgbClr val="0081A1"/>
              </a:solidFill>
              <a:round/>
            </a:ln>
          </p:spPr>
        </p:cxnSp>
        <p:cxnSp>
          <p:nvCxnSpPr>
            <p:cNvPr id="111" name="Прямая соединительная линия 9"/>
            <p:cNvCxnSpPr/>
            <p:nvPr/>
          </p:nvCxnSpPr>
          <p:spPr>
            <a:xfrm flipH="1">
              <a:off x="1206000" y="5143320"/>
              <a:ext cx="648360" cy="360"/>
            </a:xfrm>
            <a:prstGeom prst="straightConnector1">
              <a:avLst/>
            </a:prstGeom>
            <a:ln w="76200">
              <a:solidFill>
                <a:srgbClr val="94C500"/>
              </a:solidFill>
              <a:round/>
            </a:ln>
          </p:spPr>
        </p:cxnSp>
        <p:cxnSp>
          <p:nvCxnSpPr>
            <p:cNvPr id="112" name="Прямая соединительная линия 11"/>
            <p:cNvCxnSpPr/>
            <p:nvPr/>
          </p:nvCxnSpPr>
          <p:spPr>
            <a:xfrm flipH="1">
              <a:off x="525240" y="5143320"/>
              <a:ext cx="720720" cy="360"/>
            </a:xfrm>
            <a:prstGeom prst="straightConnector1">
              <a:avLst/>
            </a:prstGeom>
            <a:ln w="76200">
              <a:solidFill>
                <a:srgbClr val="FBC800"/>
              </a:solidFill>
              <a:round/>
            </a:ln>
          </p:spPr>
        </p:cxnSp>
        <p:cxnSp>
          <p:nvCxnSpPr>
            <p:cNvPr id="113" name="Прямая соединительная линия 12"/>
            <p:cNvCxnSpPr/>
            <p:nvPr/>
          </p:nvCxnSpPr>
          <p:spPr>
            <a:xfrm flipH="1">
              <a:off x="0" y="5143320"/>
              <a:ext cx="611640" cy="360"/>
            </a:xfrm>
            <a:prstGeom prst="straightConnector1">
              <a:avLst/>
            </a:prstGeom>
            <a:ln w="76200">
              <a:solidFill>
                <a:srgbClr val="E42A00"/>
              </a:solidFill>
              <a:round/>
            </a:ln>
          </p:spPr>
        </p:cxnSp>
      </p:grpSp>
      <p:sp>
        <p:nvSpPr>
          <p:cNvPr id="114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ru-RU" sz="24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ОБРАЗЕЦ ЗАГОЛОВКА СЛАЙДА</a:t>
            </a: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6"/>
          </p:nvPr>
        </p:nvSpPr>
        <p:spPr>
          <a:xfrm>
            <a:off x="7668360" y="4746240"/>
            <a:ext cx="1151640" cy="27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28A945-A9D4-4864-A34B-17A27C68B900}" type="slidenum">
              <a:rPr lang="ru-RU" sz="1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SF UI Display Light"/>
              </a:rPr>
              <a:t>&lt;number&gt;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323640" y="771480"/>
            <a:ext cx="8496360" cy="38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  <a:def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  <a:def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</a:lstStyle>
          <a:p>
            <a:pPr marL="343080" indent="-343080" algn="l" defTabSz="914400">
              <a:lnSpc>
                <a:spcPct val="100000"/>
              </a:lnSpc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6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Образец текста</a:t>
            </a: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743040" lvl="1" indent="-285840" algn="l" defTabSz="914400">
              <a:lnSpc>
                <a:spcPct val="100000"/>
              </a:lnSpc>
              <a:spcBef>
                <a:spcPts val="28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4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Второй уровень</a:t>
            </a:r>
            <a:endParaRPr lang="ru-RU" sz="14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143000" lvl="2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Третий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600200" lvl="3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Четвертый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057400" lvl="4" indent="-228600" algn="l" defTabSz="914400">
              <a:lnSpc>
                <a:spcPct val="100000"/>
              </a:lnSpc>
              <a:spcBef>
                <a:spcPts val="241"/>
              </a:spcBef>
              <a:buClr>
                <a:srgbClr val="0081A1"/>
              </a:buClr>
              <a:buFont typeface="Arial"/>
              <a:buChar char="•"/>
            </a:pPr>
            <a:r>
              <a:rPr lang="ru-RU" sz="12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Пятый уровень</a:t>
            </a:r>
            <a:endParaRPr lang="ru-RU" sz="12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324000" y="123840"/>
            <a:ext cx="1510920" cy="502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1pPr>
            <a:lvl2pPr lvl="1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2pPr>
            <a:lvl3pPr lvl="2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3pPr>
            <a:lvl4pPr lvl="3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4pPr>
            <a:lvl5pPr lvl="4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defRPr>
            </a:lvl7pPr>
          </a:lstStyle>
          <a:p>
            <a:pPr indent="-343080" algn="l" defTabSz="914400">
              <a:spcBef>
                <a:spcPts val="320"/>
              </a:spcBef>
              <a:buClr>
                <a:srgbClr val="0081A1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Click to edit the outline text format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457200" lvl="1" indent="-324000" algn="l" defTabSz="914400">
              <a:spcBef>
                <a:spcPts val="28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Second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914400" lvl="2" indent="-288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Third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371600" lvl="3" indent="-216000" algn="l" defTabSz="914400">
              <a:spcBef>
                <a:spcPts val="24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Fourth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1828800" lvl="4" indent="-216000" algn="l" defTabSz="914400">
              <a:spcBef>
                <a:spcPts val="2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Fifth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286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Sixth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  <a:p>
            <a:pPr marL="27432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SF UI Display Light"/>
              </a:rPr>
              <a:t>Seventh Outline Level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 hasCustomPrompt="1"/>
          </p:nvPr>
        </p:nvSpPr>
        <p:spPr>
          <a:xfrm>
            <a:off x="360" y="3886200"/>
            <a:ext cx="9143640" cy="525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lang="ru-RU" sz="2800" b="0" u="none" strike="noStrike">
                <a:solidFill>
                  <a:srgbClr val="0081A1"/>
                </a:solidFill>
                <a:effectLst/>
                <a:uFillTx/>
                <a:latin typeface="SF UI Display Light"/>
              </a:rPr>
              <a:t>АТТЕСТАЦИОННАЯ ПРЕЗЕНТАЦИЯ</a:t>
            </a:r>
            <a:endParaRPr lang="ru-RU" sz="28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360" y="914400"/>
            <a:ext cx="914364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 hasCustomPrompt="1"/>
          </p:nvPr>
        </p:nvSpPr>
        <p:spPr>
          <a:xfrm>
            <a:off x="1835640" y="123480"/>
            <a:ext cx="6984360" cy="50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r" defTabSz="914400">
              <a:buNone/>
            </a:pPr>
            <a:endParaRPr lang="ru-RU" sz="2400" b="0" u="none" strike="noStrike">
              <a:solidFill>
                <a:srgbClr val="0081A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323640" y="771480"/>
            <a:ext cx="8496360" cy="381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spcBef>
                <a:spcPts val="320"/>
              </a:spcBef>
              <a:buNone/>
            </a:pPr>
            <a:endParaRPr lang="ru-RU" sz="1600" b="0" u="none" strike="noStrike">
              <a:solidFill>
                <a:schemeClr val="dk1"/>
              </a:solidFill>
              <a:effectLst/>
              <a:uFillTx/>
              <a:latin typeface="SF UI Display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B93343-DE39-490F-A2CD-471C6AAB857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НПО Криста, максимум контента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F UI Display">
      <a:majorFont>
        <a:latin typeface="SF UI Display Light" pitchFamily="0" charset="1"/>
        <a:ea typeface=""/>
        <a:cs typeface=""/>
      </a:majorFont>
      <a:minorFont>
        <a:latin typeface="SF UI Display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1231</TotalTime>
  <Application>LibreOffice/26.2.3.2$Windows_X86_64 LibreOffice_project/70e089b17412e4cb7773e41413306b17a2328c34</Application>
  <AppVersion>15.0000</AppVersion>
  <Words>325</Words>
  <Paragraphs>169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2018-08-27T14:01:24Z</dcterms:created>
  <dc:creator>Расторгуев</dc:creator>
  <dc:description/>
  <dc:language>en-US</dc:language>
  <cp:lastModifiedBy/>
  <dcterms:modified xsi:type="dcterms:W3CDTF">2026-05-06T17:03:33Z</dcterms:modified>
  <cp:revision>353</cp:revision>
  <dc:subject/>
  <dc:title>Слайд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Экран (16:9)</vt:lpwstr>
  </property>
  <property fmtid="{D5CDD505-2E9C-101B-9397-08002B2CF9AE}" pid="3" name="Slides">
    <vt:i4>7</vt:i4>
  </property>
</Properties>
</file>