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ик с л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ростая сх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DECAA2D-E2AD-4D21-A491-6FF7FEEDF0FA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Рисунок 5" descr="logo-02.jpg"/>
          <p:cNvPicPr/>
          <p:nvPr/>
        </p:nvPicPr>
        <p:blipFill>
          <a:blip r:embed="rId2"/>
          <a:stretch/>
        </p:blipFill>
        <p:spPr>
          <a:xfrm>
            <a:off x="114480" y="0"/>
            <a:ext cx="1510560" cy="718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0" name="Группа 27"/>
          <p:cNvGrpSpPr/>
          <p:nvPr/>
        </p:nvGrpSpPr>
        <p:grpSpPr>
          <a:xfrm>
            <a:off x="360" y="5143680"/>
            <a:ext cx="9145080" cy="1080"/>
            <a:chOff x="360" y="5143680"/>
            <a:chExt cx="9145080" cy="1080"/>
          </a:xfrm>
        </p:grpSpPr>
        <p:cxnSp>
          <p:nvCxnSpPr>
            <p:cNvPr id="31" name="Прямая соединительная линия 7"/>
            <p:cNvCxnSpPr/>
            <p:nvPr/>
          </p:nvCxnSpPr>
          <p:spPr>
            <a:xfrm flipH="1">
              <a:off x="1836000" y="5143680"/>
              <a:ext cx="7309800" cy="1440"/>
            </a:xfrm>
            <a:prstGeom prst="straightConnector1">
              <a:avLst/>
            </a:prstGeom>
            <a:ln w="76200">
              <a:solidFill>
                <a:srgbClr val="0081A1"/>
              </a:solidFill>
              <a:round/>
            </a:ln>
          </p:spPr>
        </p:cxnSp>
        <p:cxnSp>
          <p:nvCxnSpPr>
            <p:cNvPr id="32" name="Прямая соединительная линия 9"/>
            <p:cNvCxnSpPr/>
            <p:nvPr/>
          </p:nvCxnSpPr>
          <p:spPr>
            <a:xfrm flipH="1">
              <a:off x="1206360" y="5143680"/>
              <a:ext cx="649440" cy="1440"/>
            </a:xfrm>
            <a:prstGeom prst="straightConnector1">
              <a:avLst/>
            </a:prstGeom>
            <a:ln w="76200">
              <a:solidFill>
                <a:srgbClr val="94C500"/>
              </a:solidFill>
              <a:round/>
            </a:ln>
          </p:spPr>
        </p:cxnSp>
        <p:cxnSp>
          <p:nvCxnSpPr>
            <p:cNvPr id="33" name="Прямая соединительная линия 11"/>
            <p:cNvCxnSpPr/>
            <p:nvPr/>
          </p:nvCxnSpPr>
          <p:spPr>
            <a:xfrm flipH="1">
              <a:off x="525600" y="5143680"/>
              <a:ext cx="721800" cy="1440"/>
            </a:xfrm>
            <a:prstGeom prst="straightConnector1">
              <a:avLst/>
            </a:prstGeom>
            <a:ln w="76200">
              <a:solidFill>
                <a:srgbClr val="FBC800"/>
              </a:solidFill>
              <a:round/>
            </a:ln>
          </p:spPr>
        </p:cxnSp>
        <p:cxnSp>
          <p:nvCxnSpPr>
            <p:cNvPr id="34" name="Прямая соединительная линия 12"/>
            <p:cNvCxnSpPr/>
            <p:nvPr/>
          </p:nvCxnSpPr>
          <p:spPr>
            <a:xfrm flipH="1">
              <a:off x="360" y="5143680"/>
              <a:ext cx="612720" cy="1440"/>
            </a:xfrm>
            <a:prstGeom prst="straightConnector1">
              <a:avLst/>
            </a:prstGeom>
            <a:ln w="76200">
              <a:solidFill>
                <a:srgbClr val="E42A00"/>
              </a:solidFill>
              <a:round/>
            </a:ln>
          </p:spPr>
        </p:cxnSp>
      </p:grp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784520" y="291240"/>
            <a:ext cx="7009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"/>
          </p:nvPr>
        </p:nvSpPr>
        <p:spPr>
          <a:xfrm>
            <a:off x="3126960" y="4685760"/>
            <a:ext cx="2897280" cy="35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3"/>
          </p:nvPr>
        </p:nvSpPr>
        <p:spPr>
          <a:xfrm>
            <a:off x="6555960" y="4685760"/>
            <a:ext cx="2129400" cy="35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981B51-763F-4985-BA86-9F243FB4701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dt" idx="4"/>
          </p:nvPr>
        </p:nvSpPr>
        <p:spPr>
          <a:xfrm>
            <a:off x="457200" y="4685760"/>
            <a:ext cx="2129400" cy="35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5" descr="logo-02.jpg"/>
          <p:cNvPicPr/>
          <p:nvPr/>
        </p:nvPicPr>
        <p:blipFill>
          <a:blip r:embed="rId2"/>
          <a:stretch/>
        </p:blipFill>
        <p:spPr>
          <a:xfrm>
            <a:off x="114480" y="0"/>
            <a:ext cx="1510560" cy="718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1" name="Группа 27"/>
          <p:cNvGrpSpPr/>
          <p:nvPr/>
        </p:nvGrpSpPr>
        <p:grpSpPr>
          <a:xfrm>
            <a:off x="360" y="5143680"/>
            <a:ext cx="9145080" cy="1080"/>
            <a:chOff x="360" y="5143680"/>
            <a:chExt cx="9145080" cy="1080"/>
          </a:xfrm>
        </p:grpSpPr>
        <p:cxnSp>
          <p:nvCxnSpPr>
            <p:cNvPr id="42" name="Прямая соединительная линия 7"/>
            <p:cNvCxnSpPr/>
            <p:nvPr/>
          </p:nvCxnSpPr>
          <p:spPr>
            <a:xfrm flipH="1">
              <a:off x="1836000" y="5143680"/>
              <a:ext cx="7309800" cy="1440"/>
            </a:xfrm>
            <a:prstGeom prst="straightConnector1">
              <a:avLst/>
            </a:prstGeom>
            <a:ln w="76200">
              <a:solidFill>
                <a:srgbClr val="0081A1"/>
              </a:solidFill>
              <a:round/>
            </a:ln>
          </p:spPr>
        </p:cxnSp>
        <p:cxnSp>
          <p:nvCxnSpPr>
            <p:cNvPr id="43" name="Прямая соединительная линия 9"/>
            <p:cNvCxnSpPr/>
            <p:nvPr/>
          </p:nvCxnSpPr>
          <p:spPr>
            <a:xfrm flipH="1">
              <a:off x="1206360" y="5143680"/>
              <a:ext cx="649440" cy="1440"/>
            </a:xfrm>
            <a:prstGeom prst="straightConnector1">
              <a:avLst/>
            </a:prstGeom>
            <a:ln w="76200">
              <a:solidFill>
                <a:srgbClr val="94C500"/>
              </a:solidFill>
              <a:round/>
            </a:ln>
          </p:spPr>
        </p:cxnSp>
        <p:cxnSp>
          <p:nvCxnSpPr>
            <p:cNvPr id="44" name="Прямая соединительная линия 11"/>
            <p:cNvCxnSpPr/>
            <p:nvPr/>
          </p:nvCxnSpPr>
          <p:spPr>
            <a:xfrm flipH="1">
              <a:off x="525600" y="5143680"/>
              <a:ext cx="721800" cy="1440"/>
            </a:xfrm>
            <a:prstGeom prst="straightConnector1">
              <a:avLst/>
            </a:prstGeom>
            <a:ln w="76200">
              <a:solidFill>
                <a:srgbClr val="FBC800"/>
              </a:solidFill>
              <a:round/>
            </a:ln>
          </p:spPr>
        </p:cxnSp>
        <p:cxnSp>
          <p:nvCxnSpPr>
            <p:cNvPr id="45" name="Прямая соединительная линия 12"/>
            <p:cNvCxnSpPr/>
            <p:nvPr/>
          </p:nvCxnSpPr>
          <p:spPr>
            <a:xfrm flipH="1">
              <a:off x="360" y="5143680"/>
              <a:ext cx="612720" cy="1440"/>
            </a:xfrm>
            <a:prstGeom prst="straightConnector1">
              <a:avLst/>
            </a:prstGeom>
            <a:ln w="76200">
              <a:solidFill>
                <a:srgbClr val="E42A00"/>
              </a:solidFill>
              <a:round/>
            </a:ln>
          </p:spPr>
        </p:cxnSp>
      </p:grp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784520" y="291240"/>
            <a:ext cx="7009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5"/>
          </p:nvPr>
        </p:nvSpPr>
        <p:spPr>
          <a:xfrm>
            <a:off x="3126960" y="4685760"/>
            <a:ext cx="2897280" cy="35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6"/>
          </p:nvPr>
        </p:nvSpPr>
        <p:spPr>
          <a:xfrm>
            <a:off x="6555960" y="4685760"/>
            <a:ext cx="2129400" cy="35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68663A-2246-4954-92E7-BD089C2A8E6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dt" idx="7"/>
          </p:nvPr>
        </p:nvSpPr>
        <p:spPr>
          <a:xfrm>
            <a:off x="457200" y="4685760"/>
            <a:ext cx="2129400" cy="35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5" descr="logo-02.jpg"/>
          <p:cNvPicPr/>
          <p:nvPr/>
        </p:nvPicPr>
        <p:blipFill>
          <a:blip r:embed="rId2"/>
          <a:stretch/>
        </p:blipFill>
        <p:spPr>
          <a:xfrm>
            <a:off x="114480" y="0"/>
            <a:ext cx="1510560" cy="718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2" name="Группа 27"/>
          <p:cNvGrpSpPr/>
          <p:nvPr/>
        </p:nvGrpSpPr>
        <p:grpSpPr>
          <a:xfrm>
            <a:off x="360" y="5143680"/>
            <a:ext cx="9145080" cy="1080"/>
            <a:chOff x="360" y="5143680"/>
            <a:chExt cx="9145080" cy="1080"/>
          </a:xfrm>
        </p:grpSpPr>
        <p:cxnSp>
          <p:nvCxnSpPr>
            <p:cNvPr id="53" name="Прямая соединительная линия 7"/>
            <p:cNvCxnSpPr/>
            <p:nvPr/>
          </p:nvCxnSpPr>
          <p:spPr>
            <a:xfrm flipH="1">
              <a:off x="1836000" y="5143680"/>
              <a:ext cx="7309800" cy="1440"/>
            </a:xfrm>
            <a:prstGeom prst="straightConnector1">
              <a:avLst/>
            </a:prstGeom>
            <a:ln w="76200">
              <a:solidFill>
                <a:srgbClr val="0081A1"/>
              </a:solidFill>
              <a:round/>
            </a:ln>
          </p:spPr>
        </p:cxnSp>
        <p:cxnSp>
          <p:nvCxnSpPr>
            <p:cNvPr id="54" name="Прямая соединительная линия 9"/>
            <p:cNvCxnSpPr/>
            <p:nvPr/>
          </p:nvCxnSpPr>
          <p:spPr>
            <a:xfrm flipH="1">
              <a:off x="1206360" y="5143680"/>
              <a:ext cx="649440" cy="1440"/>
            </a:xfrm>
            <a:prstGeom prst="straightConnector1">
              <a:avLst/>
            </a:prstGeom>
            <a:ln w="76200">
              <a:solidFill>
                <a:srgbClr val="94C500"/>
              </a:solidFill>
              <a:round/>
            </a:ln>
          </p:spPr>
        </p:cxnSp>
        <p:cxnSp>
          <p:nvCxnSpPr>
            <p:cNvPr id="55" name="Прямая соединительная линия 11"/>
            <p:cNvCxnSpPr/>
            <p:nvPr/>
          </p:nvCxnSpPr>
          <p:spPr>
            <a:xfrm flipH="1">
              <a:off x="525600" y="5143680"/>
              <a:ext cx="721800" cy="1440"/>
            </a:xfrm>
            <a:prstGeom prst="straightConnector1">
              <a:avLst/>
            </a:prstGeom>
            <a:ln w="76200">
              <a:solidFill>
                <a:srgbClr val="FBC800"/>
              </a:solidFill>
              <a:round/>
            </a:ln>
          </p:spPr>
        </p:cxnSp>
        <p:cxnSp>
          <p:nvCxnSpPr>
            <p:cNvPr id="56" name="Прямая соединительная линия 12"/>
            <p:cNvCxnSpPr/>
            <p:nvPr/>
          </p:nvCxnSpPr>
          <p:spPr>
            <a:xfrm flipH="1">
              <a:off x="360" y="5143680"/>
              <a:ext cx="612720" cy="1440"/>
            </a:xfrm>
            <a:prstGeom prst="straightConnector1">
              <a:avLst/>
            </a:prstGeom>
            <a:ln w="76200">
              <a:solidFill>
                <a:srgbClr val="E42A00"/>
              </a:solidFill>
              <a:round/>
            </a:ln>
          </p:spPr>
        </p:cxnSp>
      </p:grpSp>
      <p:sp>
        <p:nvSpPr>
          <p:cNvPr id="57" name="PlaceHolder 1"/>
          <p:cNvSpPr>
            <a:spLocks noGrp="1"/>
          </p:cNvSpPr>
          <p:nvPr>
            <p:ph type="ftr" idx="8"/>
          </p:nvPr>
        </p:nvSpPr>
        <p:spPr>
          <a:xfrm>
            <a:off x="3126960" y="4685760"/>
            <a:ext cx="2897280" cy="35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9"/>
          </p:nvPr>
        </p:nvSpPr>
        <p:spPr>
          <a:xfrm>
            <a:off x="6555960" y="4685760"/>
            <a:ext cx="2129400" cy="35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C101C3-D4CD-4F93-82CF-F79A06AD270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10"/>
          </p:nvPr>
        </p:nvSpPr>
        <p:spPr>
          <a:xfrm>
            <a:off x="457200" y="4685760"/>
            <a:ext cx="2129400" cy="35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2"/>
          <p:cNvSpPr/>
          <p:nvPr/>
        </p:nvSpPr>
        <p:spPr>
          <a:xfrm>
            <a:off x="899640" y="1347480"/>
            <a:ext cx="7343280" cy="14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SF UI Display Light"/>
            </a:endParaRPr>
          </a:p>
        </p:txBody>
      </p:sp>
      <p:grpSp>
        <p:nvGrpSpPr>
          <p:cNvPr id="3" name="Группа 27"/>
          <p:cNvGrpSpPr/>
          <p:nvPr/>
        </p:nvGrpSpPr>
        <p:grpSpPr>
          <a:xfrm>
            <a:off x="0" y="5143320"/>
            <a:ext cx="9145080" cy="1080"/>
            <a:chOff x="0" y="5143320"/>
            <a:chExt cx="9145080" cy="1080"/>
          </a:xfrm>
        </p:grpSpPr>
        <p:cxnSp>
          <p:nvCxnSpPr>
            <p:cNvPr id="4" name="Прямая соединительная линия 7"/>
            <p:cNvCxnSpPr/>
            <p:nvPr/>
          </p:nvCxnSpPr>
          <p:spPr>
            <a:xfrm flipH="1">
              <a:off x="1835640" y="5143320"/>
              <a:ext cx="7309800" cy="1440"/>
            </a:xfrm>
            <a:prstGeom prst="straightConnector1">
              <a:avLst/>
            </a:prstGeom>
            <a:ln w="76200">
              <a:solidFill>
                <a:srgbClr val="0081A1"/>
              </a:solidFill>
              <a:round/>
            </a:ln>
          </p:spPr>
        </p:cxnSp>
        <p:cxnSp>
          <p:nvCxnSpPr>
            <p:cNvPr id="5" name="Прямая соединительная линия 9"/>
            <p:cNvCxnSpPr/>
            <p:nvPr/>
          </p:nvCxnSpPr>
          <p:spPr>
            <a:xfrm flipH="1">
              <a:off x="1206000" y="5143320"/>
              <a:ext cx="649440" cy="1440"/>
            </a:xfrm>
            <a:prstGeom prst="straightConnector1">
              <a:avLst/>
            </a:prstGeom>
            <a:ln w="76200">
              <a:solidFill>
                <a:srgbClr val="94C500"/>
              </a:solidFill>
              <a:round/>
            </a:ln>
          </p:spPr>
        </p:cxnSp>
        <p:cxnSp>
          <p:nvCxnSpPr>
            <p:cNvPr id="6" name="Прямая соединительная линия 11"/>
            <p:cNvCxnSpPr/>
            <p:nvPr/>
          </p:nvCxnSpPr>
          <p:spPr>
            <a:xfrm flipH="1">
              <a:off x="525240" y="5143320"/>
              <a:ext cx="721800" cy="1440"/>
            </a:xfrm>
            <a:prstGeom prst="straightConnector1">
              <a:avLst/>
            </a:prstGeom>
            <a:ln w="76200">
              <a:solidFill>
                <a:srgbClr val="FBC800"/>
              </a:solidFill>
              <a:round/>
            </a:ln>
          </p:spPr>
        </p:cxnSp>
        <p:cxnSp>
          <p:nvCxnSpPr>
            <p:cNvPr id="7" name="Прямая соединительная линия 12"/>
            <p:cNvCxnSpPr/>
            <p:nvPr/>
          </p:nvCxnSpPr>
          <p:spPr>
            <a:xfrm flipH="1">
              <a:off x="0" y="5143320"/>
              <a:ext cx="612720" cy="1440"/>
            </a:xfrm>
            <a:prstGeom prst="straightConnector1">
              <a:avLst/>
            </a:prstGeom>
            <a:ln w="76200">
              <a:solidFill>
                <a:srgbClr val="E42A00"/>
              </a:solidFill>
              <a:round/>
            </a:ln>
          </p:spPr>
        </p:cxnSp>
      </p:grpSp>
      <p:pic>
        <p:nvPicPr>
          <p:cNvPr id="8" name="Рисунок 7" descr="logo-02.jpg"/>
          <p:cNvPicPr/>
          <p:nvPr/>
        </p:nvPicPr>
        <p:blipFill>
          <a:blip r:embed="rId2"/>
          <a:stretch/>
        </p:blipFill>
        <p:spPr>
          <a:xfrm>
            <a:off x="107640" y="0"/>
            <a:ext cx="1510560" cy="7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2"/>
          <p:cNvSpPr/>
          <p:nvPr/>
        </p:nvSpPr>
        <p:spPr>
          <a:xfrm>
            <a:off x="899640" y="1347480"/>
            <a:ext cx="7343280" cy="14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SF UI Display Light"/>
            </a:endParaRPr>
          </a:p>
        </p:txBody>
      </p:sp>
      <p:grpSp>
        <p:nvGrpSpPr>
          <p:cNvPr id="12" name="Группа 27"/>
          <p:cNvGrpSpPr/>
          <p:nvPr/>
        </p:nvGrpSpPr>
        <p:grpSpPr>
          <a:xfrm>
            <a:off x="0" y="5143320"/>
            <a:ext cx="9145080" cy="1080"/>
            <a:chOff x="0" y="5143320"/>
            <a:chExt cx="9145080" cy="1080"/>
          </a:xfrm>
        </p:grpSpPr>
        <p:cxnSp>
          <p:nvCxnSpPr>
            <p:cNvPr id="13" name="Прямая соединительная линия 7"/>
            <p:cNvCxnSpPr/>
            <p:nvPr/>
          </p:nvCxnSpPr>
          <p:spPr>
            <a:xfrm flipH="1">
              <a:off x="1835640" y="5143320"/>
              <a:ext cx="7309800" cy="1440"/>
            </a:xfrm>
            <a:prstGeom prst="straightConnector1">
              <a:avLst/>
            </a:prstGeom>
            <a:ln w="76200">
              <a:solidFill>
                <a:srgbClr val="0081A1"/>
              </a:solidFill>
              <a:round/>
            </a:ln>
          </p:spPr>
        </p:cxnSp>
        <p:cxnSp>
          <p:nvCxnSpPr>
            <p:cNvPr id="14" name="Прямая соединительная линия 9"/>
            <p:cNvCxnSpPr/>
            <p:nvPr/>
          </p:nvCxnSpPr>
          <p:spPr>
            <a:xfrm flipH="1">
              <a:off x="1206000" y="5143320"/>
              <a:ext cx="649440" cy="1440"/>
            </a:xfrm>
            <a:prstGeom prst="straightConnector1">
              <a:avLst/>
            </a:prstGeom>
            <a:ln w="76200">
              <a:solidFill>
                <a:srgbClr val="94C500"/>
              </a:solidFill>
              <a:round/>
            </a:ln>
          </p:spPr>
        </p:cxnSp>
        <p:cxnSp>
          <p:nvCxnSpPr>
            <p:cNvPr id="15" name="Прямая соединительная линия 11"/>
            <p:cNvCxnSpPr/>
            <p:nvPr/>
          </p:nvCxnSpPr>
          <p:spPr>
            <a:xfrm flipH="1">
              <a:off x="525240" y="5143320"/>
              <a:ext cx="721800" cy="1440"/>
            </a:xfrm>
            <a:prstGeom prst="straightConnector1">
              <a:avLst/>
            </a:prstGeom>
            <a:ln w="76200">
              <a:solidFill>
                <a:srgbClr val="FBC800"/>
              </a:solidFill>
              <a:round/>
            </a:ln>
          </p:spPr>
        </p:cxnSp>
        <p:cxnSp>
          <p:nvCxnSpPr>
            <p:cNvPr id="16" name="Прямая соединительная линия 12"/>
            <p:cNvCxnSpPr/>
            <p:nvPr/>
          </p:nvCxnSpPr>
          <p:spPr>
            <a:xfrm flipH="1">
              <a:off x="0" y="5143320"/>
              <a:ext cx="612720" cy="1440"/>
            </a:xfrm>
            <a:prstGeom prst="straightConnector1">
              <a:avLst/>
            </a:prstGeom>
            <a:ln w="76200">
              <a:solidFill>
                <a:srgbClr val="E42A00"/>
              </a:solidFill>
              <a:round/>
            </a:ln>
          </p:spPr>
        </p:cxnSp>
      </p:grpSp>
      <p:pic>
        <p:nvPicPr>
          <p:cNvPr id="17" name="Рисунок 32" descr="logo-02.jpg"/>
          <p:cNvPicPr/>
          <p:nvPr/>
        </p:nvPicPr>
        <p:blipFill>
          <a:blip r:embed="rId2"/>
          <a:stretch/>
        </p:blipFill>
        <p:spPr>
          <a:xfrm>
            <a:off x="107640" y="0"/>
            <a:ext cx="1510560" cy="718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" name="Группа 47"/>
          <p:cNvGrpSpPr/>
          <p:nvPr/>
        </p:nvGrpSpPr>
        <p:grpSpPr>
          <a:xfrm>
            <a:off x="251640" y="1490400"/>
            <a:ext cx="8639280" cy="2182680"/>
            <a:chOff x="251640" y="1490400"/>
            <a:chExt cx="8639280" cy="2182680"/>
          </a:xfrm>
        </p:grpSpPr>
        <p:sp>
          <p:nvSpPr>
            <p:cNvPr id="19" name="Шестиугольник 34"/>
            <p:cNvSpPr/>
            <p:nvPr/>
          </p:nvSpPr>
          <p:spPr>
            <a:xfrm flipV="1">
              <a:off x="3043080" y="2269080"/>
              <a:ext cx="1628280" cy="14036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1BA0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SF UI Display Light"/>
              </a:endParaRPr>
            </a:p>
          </p:txBody>
        </p:sp>
        <p:sp>
          <p:nvSpPr>
            <p:cNvPr id="20" name="Шестиугольник 36"/>
            <p:cNvSpPr/>
            <p:nvPr/>
          </p:nvSpPr>
          <p:spPr>
            <a:xfrm flipV="1">
              <a:off x="4451040" y="1490040"/>
              <a:ext cx="1628280" cy="14036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538B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SF UI Display Light"/>
              </a:endParaRPr>
            </a:p>
          </p:txBody>
        </p:sp>
        <p:sp>
          <p:nvSpPr>
            <p:cNvPr id="21" name="Шестиугольник 38"/>
            <p:cNvSpPr/>
            <p:nvPr/>
          </p:nvSpPr>
          <p:spPr>
            <a:xfrm flipV="1">
              <a:off x="5847120" y="2269080"/>
              <a:ext cx="1628280" cy="14036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2CA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SF UI Display Light"/>
              </a:endParaRPr>
            </a:p>
          </p:txBody>
        </p:sp>
        <p:sp>
          <p:nvSpPr>
            <p:cNvPr id="22" name="Шестиугольник 40"/>
            <p:cNvSpPr/>
            <p:nvPr/>
          </p:nvSpPr>
          <p:spPr>
            <a:xfrm flipV="1">
              <a:off x="1647360" y="1490040"/>
              <a:ext cx="1628280" cy="140364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9AC7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SF UI Display Light"/>
              </a:endParaRPr>
            </a:p>
          </p:txBody>
        </p:sp>
        <p:sp>
          <p:nvSpPr>
            <p:cNvPr id="23" name="Дуга 42"/>
            <p:cNvSpPr/>
            <p:nvPr/>
          </p:nvSpPr>
          <p:spPr>
            <a:xfrm>
              <a:off x="2739240" y="1647720"/>
              <a:ext cx="1090440" cy="1090440"/>
            </a:xfrm>
            <a:prstGeom prst="arc">
              <a:avLst>
                <a:gd name="adj1" fmla="val 14138909"/>
                <a:gd name="adj2" fmla="val 265456"/>
              </a:avLst>
            </a:prstGeom>
            <a:noFill/>
            <a:ln w="12700">
              <a:solidFill>
                <a:srgbClr val="9AC758"/>
              </a:solidFill>
              <a:round/>
              <a:tailEnd len="med" type="arrow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SF UI Display Light"/>
              </a:endParaRPr>
            </a:p>
          </p:txBody>
        </p:sp>
        <p:sp>
          <p:nvSpPr>
            <p:cNvPr id="24" name="Дуга 43"/>
            <p:cNvSpPr/>
            <p:nvPr/>
          </p:nvSpPr>
          <p:spPr>
            <a:xfrm>
              <a:off x="5546880" y="1647720"/>
              <a:ext cx="1090440" cy="1090440"/>
            </a:xfrm>
            <a:prstGeom prst="arc">
              <a:avLst>
                <a:gd name="adj1" fmla="val 14138909"/>
                <a:gd name="adj2" fmla="val 265456"/>
              </a:avLst>
            </a:prstGeom>
            <a:noFill/>
            <a:ln w="12700">
              <a:solidFill>
                <a:srgbClr val="538BC5"/>
              </a:solidFill>
              <a:round/>
              <a:tailEnd len="med" type="arrow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SF UI Display Light"/>
              </a:endParaRPr>
            </a:p>
          </p:txBody>
        </p:sp>
        <p:sp>
          <p:nvSpPr>
            <p:cNvPr id="25" name="Дуга 44"/>
            <p:cNvSpPr/>
            <p:nvPr/>
          </p:nvSpPr>
          <p:spPr>
            <a:xfrm flipV="1">
              <a:off x="4142880" y="2426040"/>
              <a:ext cx="1090440" cy="1090440"/>
            </a:xfrm>
            <a:prstGeom prst="arc">
              <a:avLst>
                <a:gd name="adj1" fmla="val 14138909"/>
                <a:gd name="adj2" fmla="val 265456"/>
              </a:avLst>
            </a:prstGeom>
            <a:noFill/>
            <a:ln w="12700">
              <a:solidFill>
                <a:srgbClr val="1BA079"/>
              </a:solidFill>
              <a:round/>
              <a:tailEnd len="med" type="arrow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SF UI Display Light"/>
              </a:endParaRPr>
            </a:p>
          </p:txBody>
        </p:sp>
        <p:sp>
          <p:nvSpPr>
            <p:cNvPr id="26" name="Шестиугольник 45"/>
            <p:cNvSpPr/>
            <p:nvPr/>
          </p:nvSpPr>
          <p:spPr>
            <a:xfrm flipV="1">
              <a:off x="7262640" y="1490040"/>
              <a:ext cx="1628280" cy="140364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cap="rnd" w="12700">
              <a:solidFill>
                <a:srgbClr val="538BC5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SF UI Display Light"/>
              </a:endParaRPr>
            </a:p>
          </p:txBody>
        </p:sp>
        <p:sp>
          <p:nvSpPr>
            <p:cNvPr id="27" name="Шестиугольник 46"/>
            <p:cNvSpPr/>
            <p:nvPr/>
          </p:nvSpPr>
          <p:spPr>
            <a:xfrm flipV="1">
              <a:off x="251640" y="2269080"/>
              <a:ext cx="1628280" cy="140364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12700">
              <a:solidFill>
                <a:srgbClr val="1BA079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SF UI Display Light"/>
              </a:endParaRPr>
            </a:p>
          </p:txBody>
        </p:sp>
      </p:grpSp>
      <p:sp>
        <p:nvSpPr>
          <p:cNvPr id="28" name="PlaceHolder 1"/>
          <p:cNvSpPr>
            <a:spLocks noGrp="1"/>
          </p:cNvSpPr>
          <p:nvPr>
            <p:ph type="sldNum" idx="1"/>
          </p:nvPr>
        </p:nvSpPr>
        <p:spPr>
          <a:xfrm>
            <a:off x="7668360" y="4746240"/>
            <a:ext cx="1150560" cy="27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SF UI Display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1BCBB7-6EF5-4E81-B107-4618A55B677B}" type="slidenum">
              <a:rPr lang="ru-RU" sz="1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SF UI Display Light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  <p:sldLayoutId id="2147483655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60" y="3886200"/>
            <a:ext cx="9142560" cy="52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rgbClr val="0081A1"/>
                </a:solidFill>
                <a:effectLst/>
                <a:uFillTx/>
                <a:latin typeface="SF UI Display Light"/>
              </a:rPr>
              <a:t>АТТЕСТАЦИОННАЯ ПРЕЗЕНТАЦИЯ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"/>
          <p:cNvPicPr/>
          <p:nvPr/>
        </p:nvPicPr>
        <p:blipFill>
          <a:blip r:embed="rId1"/>
          <a:stretch/>
        </p:blipFill>
        <p:spPr>
          <a:xfrm>
            <a:off x="360" y="914400"/>
            <a:ext cx="9142560" cy="29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"/>
          <p:cNvSpPr/>
          <p:nvPr/>
        </p:nvSpPr>
        <p:spPr>
          <a:xfrm>
            <a:off x="3907080" y="141480"/>
            <a:ext cx="5026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Кузнецов Игорь Витальевич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старший инженер системный программист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854360" y="-173520"/>
            <a:ext cx="6832440" cy="85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81A0"/>
                </a:solidFill>
                <a:effectLst/>
                <a:uFillTx/>
                <a:latin typeface="Arial"/>
              </a:rPr>
              <a:t>Работа в НПО Криста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965520"/>
            <a:ext cx="8228520" cy="3584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2015 г.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НПО Криста, проект “Планирование бюджета”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2016 г.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атестация на инженера системного программиста 1 кт.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2017 г.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разработка контролей по данным “Web-консолидации”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2018 г.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доработка синхронизации с НСИ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2021 г.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- аттестация на старшего инженера системного программиста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E7F585-6FEE-4AA4-A7F3-7B089411D85C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828800" y="-173520"/>
            <a:ext cx="7009920" cy="85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81A0"/>
                </a:solidFill>
                <a:effectLst/>
                <a:uFillTx/>
                <a:latin typeface="Arial"/>
              </a:rPr>
              <a:t>Архитектура “Планирования бюджета”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"/>
          <p:cNvPicPr/>
          <p:nvPr/>
        </p:nvPicPr>
        <p:blipFill>
          <a:blip r:embed="rId1"/>
          <a:stretch/>
        </p:blipFill>
        <p:spPr>
          <a:xfrm>
            <a:off x="0" y="698400"/>
            <a:ext cx="8928360" cy="444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FBEE45-CCBF-4911-B5DB-9675DD983F1F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854360" y="55080"/>
            <a:ext cx="6832440" cy="85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0081A0"/>
                </a:solidFill>
                <a:effectLst/>
                <a:uFillTx/>
                <a:latin typeface="Arial"/>
              </a:rPr>
              <a:t>Участие в сложных комплексных контрактах</a:t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965520"/>
            <a:ext cx="8228520" cy="3584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источник данных методик ОБАС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синхронизация с НСИ для Росгвардии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блок "Перспективный финансовый план"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визуализации факта подписания заявок на внесение изменений для  Омской области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адаптивный источник данных для Алтайского края на основе базового, обогащенного данными из таблицы сопоставления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D62251-B6D2-4319-89B5-0FC6600153BE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429000" y="55080"/>
            <a:ext cx="5257800" cy="85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0081A0"/>
                </a:solidFill>
                <a:effectLst/>
                <a:uFillTx/>
                <a:latin typeface="Arial"/>
              </a:rPr>
              <a:t>Техническое лидерство</a:t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965520"/>
            <a:ext cx="8228520" cy="3584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индикация состояний документов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конфигурация стадий/статусов документов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механизм сериализации/десериализации данных в формат json в контексте протокола выполнения бизнес операций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рефакторинг операций блока “РРО”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поддержка источников данных для блока “Закон”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OpenSymbol"/>
              <a:buChar char="►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мониторинг логов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9758A8-8A70-4FDD-B289-A2CE5411C32A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657600" y="0"/>
            <a:ext cx="5029200" cy="85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0081A0"/>
                </a:solidFill>
                <a:effectLst/>
                <a:uFillTx/>
                <a:latin typeface="Arial"/>
              </a:rPr>
              <a:t>Индикация состояний документов</a:t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965520"/>
            <a:ext cx="8228520" cy="3584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/>
          <p:cNvPicPr/>
          <p:nvPr/>
        </p:nvPicPr>
        <p:blipFill>
          <a:blip r:embed="rId1"/>
          <a:stretch/>
        </p:blipFill>
        <p:spPr>
          <a:xfrm>
            <a:off x="643320" y="906840"/>
            <a:ext cx="7886520" cy="33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C8A1C3-3B18-4AAB-895E-8C6BB1166EC6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784520" y="93240"/>
            <a:ext cx="70099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0081A0"/>
                </a:solidFill>
                <a:effectLst/>
                <a:uFillTx/>
                <a:latin typeface="Arial"/>
              </a:rPr>
              <a:t>Индикация состояний документов</a:t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2337840" y="571680"/>
            <a:ext cx="4520160" cy="422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F0B48D-0D1A-469D-8C26-7EBFD77F80EC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НПО Криста, максимум контента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F UI Display">
      <a:majorFont>
        <a:latin typeface="SF UI Display Light" pitchFamily="0" charset="1"/>
        <a:ea typeface=""/>
        <a:cs typeface=""/>
      </a:majorFont>
      <a:minorFont>
        <a:latin typeface="SF UI Display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НПО Криста, максимум контента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F UI Display">
      <a:majorFont>
        <a:latin typeface="SF UI Display Light" pitchFamily="0" charset="1"/>
        <a:ea typeface=""/>
        <a:cs typeface=""/>
      </a:majorFont>
      <a:minorFont>
        <a:latin typeface="SF UI Display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1651</TotalTime>
  <Application>LibreOffice/26.2.3.2$Windows_X86_64 LibreOffice_project/70e089b17412e4cb7773e41413306b17a2328c34</Application>
  <AppVersion>15.0000</AppVersion>
  <Words>325</Words>
  <Paragraphs>169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2018-08-27T14:01:24Z</dcterms:created>
  <dc:creator>Расторгуев</dc:creator>
  <dc:description/>
  <dc:language>en-US</dc:language>
  <cp:lastModifiedBy/>
  <dcterms:modified xsi:type="dcterms:W3CDTF">2026-05-12T17:49:10Z</dcterms:modified>
  <cp:revision>389</cp:revision>
  <dc:subject/>
  <dc:title>Слайд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(16:9)</vt:lpwstr>
  </property>
  <property fmtid="{D5CDD505-2E9C-101B-9397-08002B2CF9AE}" pid="3" name="Slides">
    <vt:i4>7</vt:i4>
  </property>
</Properties>
</file>